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782516af249e6" /><Relationship Type="http://schemas.openxmlformats.org/officeDocument/2006/relationships/extended-properties" Target="/docProps/app.xml" Id="Rb62bc5f0eb0e414a" /><Relationship Type="http://schemas.openxmlformats.org/officeDocument/2006/relationships/officeDocument" Target="/ppt/presentation.xml" Id="Ra62d5124254e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d7cd4531474808"/>
  </p:sldMasterIdLst>
  <p:notesMasterIdLst>
    <p:notesMasterId xmlns:r="http://schemas.openxmlformats.org/officeDocument/2006/relationships" r:id="R9896619782a845fd"/>
  </p:notesMasterIdLst>
  <p:sldIdLst>
    <p:sldId xmlns:r="http://schemas.openxmlformats.org/officeDocument/2006/relationships" id="256" r:id="R52cb0e5661aa4ce5"/>
    <p:sldId xmlns:r="http://schemas.openxmlformats.org/officeDocument/2006/relationships" id="257" r:id="R25bc9c5b8e1745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ecca54fd8b4d6f" /><Relationship Type="http://schemas.openxmlformats.org/officeDocument/2006/relationships/slideMaster" Target="/ppt/slideMasters/slideMaster1.xml" Id="R48d7cd4531474808" /><Relationship Type="http://schemas.openxmlformats.org/officeDocument/2006/relationships/notesMaster" Target="/ppt/notesMasters/notesMaster1.xml" Id="R9896619782a845fd" /><Relationship Type="http://schemas.openxmlformats.org/officeDocument/2006/relationships/presProps" Target="/ppt/presProps.xml" Id="R0f0639919b544234" /><Relationship Type="http://schemas.openxmlformats.org/officeDocument/2006/relationships/tableStyles" Target="/ppt/tableStyles.xml" Id="Rfbce63efebb34d89" /><Relationship Type="http://schemas.openxmlformats.org/officeDocument/2006/relationships/slide" Target="/ppt/slides/slide1.xml" Id="R52cb0e5661aa4ce5" /><Relationship Type="http://schemas.openxmlformats.org/officeDocument/2006/relationships/slide" Target="/ppt/slides/slide2.xml" Id="R25bc9c5b8e17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f94f35b99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fc1d9d5a554c4a" /><Relationship Type="http://schemas.openxmlformats.org/officeDocument/2006/relationships/notesMaster" Target="/ppt/notesMasters/notesMaster1.xml" Id="R0bc5e384ea0d4f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ca805b8e864445" /><Relationship Type="http://schemas.openxmlformats.org/officeDocument/2006/relationships/notesMaster" Target="/ppt/notesMasters/notesMaster1.xml" Id="Rb06ff5cc8cd542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示意資料：業務員 120、銀保 88、經代 54、直效 38 百萬元，合計 300。SVG 內嵌。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示意資料：業務員 120、銀保 88、經代 54、直效 38 百萬元，合計 300。SVG 內嵌。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50bebfb0648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0aaf0cceb541f9" /><Relationship Type="http://schemas.openxmlformats.org/officeDocument/2006/relationships/slideLayout" Target="/ppt/slideLayouts/slideLayout1.xml" Id="Ra9ed1eef826d43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ed1eef826d43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665cabd2f4f80" /><Relationship Type="http://schemas.openxmlformats.org/officeDocument/2006/relationships/image" Target="/ppt/media/image.png" Id="R39e05218d637443f" /><Relationship Type="http://schemas.openxmlformats.org/officeDocument/2006/relationships/image" Target="/ppt/media/image.svg" Id="Rcbc9808f70064570" /><Relationship Type="http://schemas.openxmlformats.org/officeDocument/2006/relationships/notesSlide" Target="/ppt/notesSlides/notesSlide1.xml" Id="R1579138a1a0b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8a086f2f042c1" /><Relationship Type="http://schemas.openxmlformats.org/officeDocument/2006/relationships/image" Target="/ppt/media/image2.png" Id="R0eec088bf122464a" /><Relationship Type="http://schemas.openxmlformats.org/officeDocument/2006/relationships/image" Target="/ppt/media/image2.svg" Id="Ra0b0218431024f5c" /><Relationship Type="http://schemas.openxmlformats.org/officeDocument/2006/relationships/notesSlide" Target="/ppt/notesSlides/notesSlide2.xml" Id="R3f8b50c8e5b44d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8D9A6-4B1B-4564-9063-E495748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00099"/>
                </a:solidFill>
                <a:latin typeface="Microsoft JhengHei"/>
                <a:ea typeface="Microsoft JhengHei"/>
                <a:cs typeface="Microsoft JhengHei"/>
              </a:rPr>
              <a:t>2026 年第三季通路保費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F0E73-8D3A-42EC-A4EC-26D9D7A3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FF006-A643-4EA3-88FF-2E0A5686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2026 年第三季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05218d637443f">
            <a:extLst>
              <a:ext uri="{96DAC541-7B7A-43D3-8B79-37D633B846F1}">
                <asvg:svgBlip xmlns:asvg="http://schemas.microsoft.com/office/drawing/2016/SVG/main" r:embed="Rcbc9808f700645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524000"/>
            <a:ext cx="91440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8F453-EB92-424B-94E7-E93F0CA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資料來源：校準用示意資料，非真實營運數據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F3B6F-BA3A-44F1-868B-BE4A132E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業務員 120  銀保 88  經代 54  直效 38　合計 300 百萬元</a:t>
            </a:r>
          </a:p>
        </p:txBody>
      </p:sp>
    </p:spTree>
    <p:extLst>
      <p:ext uri="{BB962C8B-B14F-4D97-AF65-F5344CB8AC3E}">
        <p14:creationId xmlns:p14="http://schemas.microsoft.com/office/powerpoint/2010/main" val="1386777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76148-203F-46F9-8CEE-3093150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9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00099"/>
                </a:solidFill>
                <a:latin typeface="Microsoft JhengHei"/>
                <a:ea typeface="Microsoft JhengHei"/>
                <a:cs typeface="Microsoft JhengHei"/>
              </a:rPr>
              <a:t>業務員通路保費最高，為 120 百萬元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E49A1-DFF3-4645-BD21-93F1465A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3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8317B"/>
                </a:solidFill>
                <a:latin typeface="Microsoft JhengHei"/>
                <a:ea typeface="Microsoft JhengHei"/>
                <a:cs typeface="Microsoft JhengHei"/>
              </a:rPr>
              <a:t>After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7DA21-0079-4508-9110-4650F5CE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2026 年第三季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c088bf122464a">
            <a:extLst>
              <a:ext uri="{96DAC541-7B7A-43D3-8B79-37D633B846F1}">
                <asvg:svgBlip xmlns:asvg="http://schemas.microsoft.com/office/drawing/2016/SVG/main" r:embed="Ra0b0218431024f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524000"/>
            <a:ext cx="91440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4F1EC-B805-405E-9A6D-CFC9715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資料來源：校準用示意資料，非真實營運數據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A7ABC-39FB-4DB7-BE65-0D6EBC1F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業務員 120  銀保 88  經代 54  直效 38　合計 300 百萬元</a:t>
            </a:r>
          </a:p>
        </p:txBody>
      </p:sp>
    </p:spTree>
    <p:extLst>
      <p:ext uri="{BB962C8B-B14F-4D97-AF65-F5344CB8AC3E}">
        <p14:creationId xmlns:p14="http://schemas.microsoft.com/office/powerpoint/2010/main" val="1718191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2026-09-24T13:42:20.5770000Z</dcterms:created>
  <dcterms:modified xsi:type="dcterms:W3CDTF">2026-09-24T13:42:20.5770000Z</dcterms:modified>
</coreProperties>
</file>